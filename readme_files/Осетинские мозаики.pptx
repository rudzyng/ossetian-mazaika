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TEDYQsdkWajahuriGOh7qlu35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d173db3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e1d173db3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1d173db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e1d173db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44311dd96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d44311dd9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499250"/>
            <a:ext cx="85206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4800"/>
              <a:t>Осетинские мозаики</a:t>
            </a:r>
            <a:endParaRPr sz="48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1800"/>
              <a:t>Авторы: Дмитриев Владислав, Хатагов Заурбек Асланбекович</a:t>
            </a:r>
            <a:r>
              <a:rPr lang="ru" sz="1800"/>
              <a:t>, 8 класс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543000" y="445025"/>
            <a:ext cx="785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Проблемы</a:t>
            </a:r>
            <a:endParaRPr/>
          </a:p>
        </p:txBody>
      </p:sp>
      <p:pic>
        <p:nvPicPr>
          <p:cNvPr id="61" name="Google Shape;61;p2" title="istockphoto-1331856690-612x612.jpg"/>
          <p:cNvPicPr preferRelativeResize="0"/>
          <p:nvPr/>
        </p:nvPicPr>
        <p:blipFill rotWithShape="1">
          <a:blip r:embed="rId3">
            <a:alphaModFix/>
          </a:blip>
          <a:srcRect b="0" l="12799" r="12829" t="0"/>
          <a:stretch/>
        </p:blipFill>
        <p:spPr>
          <a:xfrm>
            <a:off x="4572000" y="445025"/>
            <a:ext cx="3830399" cy="41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>
            <p:ph idx="1" type="body"/>
          </p:nvPr>
        </p:nvSpPr>
        <p:spPr>
          <a:xfrm>
            <a:off x="543000" y="1152475"/>
            <a:ext cx="3486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Современные дети воспринимают изучение языка (родного в том числе) как «скучное». → о</a:t>
            </a:r>
            <a:r>
              <a:rPr lang="ru">
                <a:solidFill>
                  <a:schemeClr val="dk1"/>
                </a:solidFill>
              </a:rPr>
              <a:t>сетинский язык теряет носителей.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Цифровое поколение требует интерактива и геймификации.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Существующих цифровых решений по осетинскому языку просто не хватает.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Проект умеет: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Играть в уровни — drag-and-drop, сборка пазла, таймер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Создавать уровни — загружать картинки и слова, система сама генерирует пазл и разрешает в них играть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 Сохранять результаты — лучшие рекорды пользователей (server.py)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1d173db39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База данных</a:t>
            </a:r>
            <a:endParaRPr/>
          </a:p>
        </p:txBody>
      </p:sp>
      <p:sp>
        <p:nvSpPr>
          <p:cNvPr id="74" name="Google Shape;74;g3e1d173db39_0_18"/>
          <p:cNvSpPr txBox="1"/>
          <p:nvPr>
            <p:ph idx="1" type="body"/>
          </p:nvPr>
        </p:nvSpPr>
        <p:spPr>
          <a:xfrm>
            <a:off x="311700" y="1152475"/>
            <a:ext cx="27666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users: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email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hashed_password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level1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ru">
                <a:solidFill>
                  <a:schemeClr val="dk1"/>
                </a:solidFill>
              </a:rPr>
              <a:t>level2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g3e1d173db39_0_18"/>
          <p:cNvSpPr txBox="1"/>
          <p:nvPr/>
        </p:nvSpPr>
        <p:spPr>
          <a:xfrm>
            <a:off x="3775400" y="1302325"/>
            <a:ext cx="1736400" cy="20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levels:</a:t>
            </a:r>
            <a:br>
              <a:rPr lang="ru" sz="1800">
                <a:solidFill>
                  <a:schemeClr val="dk1"/>
                </a:solidFill>
              </a:rPr>
            </a:br>
            <a:r>
              <a:rPr lang="ru" sz="1800">
                <a:solidFill>
                  <a:schemeClr val="dk1"/>
                </a:solidFill>
              </a:rPr>
              <a:t>id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name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grid_size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created_at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user_id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6" name="Google Shape;76;g3e1d173db39_0_18"/>
          <p:cNvSpPr/>
          <p:nvPr/>
        </p:nvSpPr>
        <p:spPr>
          <a:xfrm rot="1320277">
            <a:off x="1228458" y="2121358"/>
            <a:ext cx="2748735" cy="47213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e1d173db39_0_18"/>
          <p:cNvSpPr txBox="1"/>
          <p:nvPr/>
        </p:nvSpPr>
        <p:spPr>
          <a:xfrm>
            <a:off x="5748625" y="1328625"/>
            <a:ext cx="21837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puzzle_parts: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id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level_id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image_file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word_ossetian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part_number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8" name="Google Shape;78;g3e1d173db39_0_18"/>
          <p:cNvSpPr/>
          <p:nvPr/>
        </p:nvSpPr>
        <p:spPr>
          <a:xfrm rot="1503">
            <a:off x="4464985" y="1623937"/>
            <a:ext cx="1372200" cy="36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1d173db39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/>
              <a:t>Проект умеет:</a:t>
            </a:r>
            <a:endParaRPr/>
          </a:p>
        </p:txBody>
      </p:sp>
      <p:sp>
        <p:nvSpPr>
          <p:cNvPr id="84" name="Google Shape;84;g3e1d173db39_0_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ru">
                <a:solidFill>
                  <a:schemeClr val="dk1"/>
                </a:solidFill>
              </a:rPr>
              <a:t>Что удалось реализовать: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Создание уровней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Игровая механика с drag-and-drop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Авторизация через внешнее API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Сохранение рекордов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Генерация пазлов из пользовательских данных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ru">
                <a:solidFill>
                  <a:schemeClr val="dk1"/>
                </a:solidFill>
              </a:rPr>
              <a:t>Что можно добавить в будущем: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Система уровней сложности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lang="ru" sz="1800">
                <a:solidFill>
                  <a:schemeClr val="dk1"/>
                </a:solidFill>
              </a:rPr>
              <a:t>Мобильное приложение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d44311dd96_0_4" title="a95b891d8d698d63a32e70144fde183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9788" y="798925"/>
            <a:ext cx="6104418" cy="354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